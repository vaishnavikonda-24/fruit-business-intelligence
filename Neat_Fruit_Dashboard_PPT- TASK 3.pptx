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FRUIT DATASET KPI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17</a:t>
            </a:r>
          </a:p>
          <a:p>
            <a:r>
              <a:t>Total Fruits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39" y="640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8</a:t>
            </a:r>
          </a:p>
          <a:p>
            <a:r>
              <a:t>Apples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59" y="640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9</a:t>
            </a:r>
          </a:p>
          <a:p>
            <a:r>
              <a:t>Bananas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640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334.06 g</a:t>
            </a:r>
          </a:p>
          <a:p>
            <a:r>
              <a:t>Avg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Pie Chart</a:t>
            </a:r>
          </a:p>
          <a:p>
            <a:r>
              <a:t>Fruit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Bar Chart</a:t>
            </a:r>
          </a:p>
          <a:p>
            <a:r>
              <a:t>Fruit Size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8404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Histogram</a:t>
            </a:r>
          </a:p>
          <a:p>
            <a:r>
              <a:rPr dirty="0"/>
              <a:t>Weight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8404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Bar Chart</a:t>
            </a:r>
          </a:p>
          <a:p>
            <a:r>
              <a:rPr dirty="0"/>
              <a:t>Average Weight by Fruit Type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D7A805-C9DF-8541-CA1B-4E30E57B9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29" y="2468880"/>
            <a:ext cx="2959510" cy="15043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B09DB5-AC0D-90DE-2253-57DA1EE9F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8" y="2249129"/>
            <a:ext cx="3657601" cy="15913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857F35-5520-5965-264C-819938624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572000"/>
            <a:ext cx="3466854" cy="21945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97DE09-162E-19BC-5FA7-90527721D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72000"/>
            <a:ext cx="3931920" cy="2061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</a:t>
            </a:r>
            <a:r>
              <a:rPr sz="2400" dirty="0"/>
              <a:t>Total fruits </a:t>
            </a:r>
            <a:r>
              <a:rPr sz="2400" dirty="0" err="1"/>
              <a:t>analysed</a:t>
            </a:r>
            <a:r>
              <a:rPr sz="2400" dirty="0"/>
              <a:t>: 17</a:t>
            </a:r>
          </a:p>
          <a:p>
            <a:pPr marL="0" indent="0">
              <a:buNone/>
            </a:pPr>
            <a:r>
              <a:rPr sz="2400" dirty="0"/>
              <a:t>• Apples: 8 | Bananas: 9</a:t>
            </a:r>
          </a:p>
          <a:p>
            <a:pPr marL="0" indent="0">
              <a:buNone/>
            </a:pPr>
            <a:r>
              <a:rPr sz="2400" dirty="0"/>
              <a:t>• Average Weight: 334.06 g</a:t>
            </a:r>
          </a:p>
          <a:p>
            <a:pPr marL="0" indent="0">
              <a:buNone/>
            </a:pPr>
            <a:r>
              <a:rPr sz="2400" dirty="0"/>
              <a:t>• Weight Range: 277 g – 382 g</a:t>
            </a:r>
          </a:p>
          <a:p>
            <a:pPr marL="0" indent="0">
              <a:buNone/>
            </a:pPr>
            <a:r>
              <a:rPr sz="2400" dirty="0"/>
              <a:t>• Weight and size are key classification features</a:t>
            </a:r>
          </a:p>
          <a:p>
            <a:endParaRPr dirty="0"/>
          </a:p>
          <a:p>
            <a:r>
              <a:rPr dirty="0"/>
              <a:t>Conclusion:</a:t>
            </a:r>
          </a:p>
          <a:p>
            <a:r>
              <a:rPr sz="2600" dirty="0"/>
              <a:t>The dashboard provides meaningful KPI insights and visual analysis for fruit classification and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</Words>
  <Application>Microsoft Office PowerPoint</Application>
  <PresentationFormat>On-screen Show (4:3)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Business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Vaishnavi K</cp:lastModifiedBy>
  <cp:revision>2</cp:revision>
  <dcterms:created xsi:type="dcterms:W3CDTF">2013-01-27T09:14:16Z</dcterms:created>
  <dcterms:modified xsi:type="dcterms:W3CDTF">2026-06-18T17:00:33Z</dcterms:modified>
  <cp:category/>
</cp:coreProperties>
</file>